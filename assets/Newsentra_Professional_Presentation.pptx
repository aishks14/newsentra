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7043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NEWSENTRA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64716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5F5"/>
                </a:solidFill>
              </a:defRPr>
            </a:pP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AI-Powered News Research &amp; Analysis Platform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CF617-6D42-995B-0890-2DD76D9B053A}"/>
              </a:ext>
            </a:extLst>
          </p:cNvPr>
          <p:cNvSpPr txBox="1"/>
          <p:nvPr/>
        </p:nvSpPr>
        <p:spPr>
          <a:xfrm>
            <a:off x="457200" y="3713356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5F5"/>
                </a:solidFill>
              </a:defRPr>
            </a:pPr>
            <a:r>
              <a:rPr lang="en-IN" dirty="0"/>
              <a:t>Aishwarya Kumar Singh | </a:t>
            </a:r>
            <a:r>
              <a:rPr lang="en-IN" dirty="0" err="1"/>
              <a:t>NextHikes</a:t>
            </a:r>
            <a:r>
              <a:rPr lang="en-IN" dirty="0"/>
              <a:t> Solutions Intern | June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🎯 Multi-source news aggregation platform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🤖 AI-powered summarization using Groq LLMs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🌐 Support for 15+ languages and global coverage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📊 Advanced analytics with sentiment analysis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💾 Smart export in PDF and TXT formats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⚡ Real-time news processing and analysis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🔗 Integration with 4 major news providers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📱 Clean, intuitive Streamlit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082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📰 Information Overload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Users struggle with massive volumes of daily news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⏱️ Time Consuming Research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Manual reading and analysis is inefficient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🔗 Source Fragmentation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News scattered across multiple platforms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❓ Lack of Context &amp; Insights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Difficulty understanding interconnected stories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The Solution: Newsentra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082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Multi-Source Aggregation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Combines news from </a:t>
            </a:r>
            <a:r>
              <a:rPr dirty="0" err="1"/>
              <a:t>NewsAPI</a:t>
            </a:r>
            <a:r>
              <a:rPr dirty="0"/>
              <a:t>, </a:t>
            </a:r>
            <a:r>
              <a:rPr dirty="0" err="1"/>
              <a:t>GNews</a:t>
            </a:r>
            <a:r>
              <a:rPr dirty="0"/>
              <a:t>, </a:t>
            </a:r>
            <a:r>
              <a:rPr dirty="0" err="1"/>
              <a:t>NewsData</a:t>
            </a:r>
            <a:r>
              <a:rPr dirty="0"/>
              <a:t>, Guardian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AI-Powered Intelligence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Uses </a:t>
            </a:r>
            <a:r>
              <a:rPr dirty="0" err="1"/>
              <a:t>Groq</a:t>
            </a:r>
            <a:r>
              <a:rPr dirty="0"/>
              <a:t> LLMs for instant summarization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Rich Analytics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Sentiment analysis, word count, reading time estimation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Global Accessibility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Multi-language support for worldwide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Key Features: News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265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📰 Multi-Source Integration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NewsAPI</a:t>
            </a:r>
            <a:r>
              <a:rPr dirty="0"/>
              <a:t> (80,000+ sources worldwide)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GNews</a:t>
            </a:r>
            <a:r>
              <a:rPr dirty="0"/>
              <a:t> (Google News aggregation)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NewsData.io (International coverage)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The Guardian API (Premium journalism)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🔄 Smart Deduplication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Eliminates duplicate articles across sources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🏠 Broad Coverage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Politics, Business, Tech, Sports, Health, Science...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Key Features: AI Summarization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🤖 Intelligent Analysis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Key Highlights - Critical points extraction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Detailed Summary - Comprehensive overview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Key Takeaways - Actionable insights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Important Notes - Context preservation</a:t>
            </a:r>
          </a:p>
          <a:p>
            <a:pPr>
              <a:spcAft>
                <a:spcPts val="800"/>
              </a:spcAft>
            </a:pPr>
            <a:endParaRPr/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⚡ Powered by Groq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Multiple LLM models available: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llama-3.3-70b-versatile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gemma2-9b-it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Key Features: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8010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📊 Comprehensive Metrics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Total articles and news sources count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Countries covered in search results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Response time tracking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😊 Sentiment Analysis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Positive, Neutral, Negative classification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📈 Statistical Data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Word count analysis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Reading time estimation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Token count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Key Features: Languages &amp;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4265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🌐 Multi-Language Support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Search news in 15+ languages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Automatic summary translation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Content in preferred language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💾 Smart Export Options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PDF Format - Professional reports with formatting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• TXT Format - Plain text for easy sharing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📎 Complete Attribution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Source references and credibility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Frontend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Streamlit - Web Interface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Python - Backend Logic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Responsive UI Design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LLM &amp; AI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Groq API - LLM Provider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LangChain - Orchestration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TextBlob -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Data &amp;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NewsAPI - News Source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GNews - Google News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NewsData.io - Int'l News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The Guardian API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Export &amp; Utilities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FPDF - PDF Generation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pandas - Data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9188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2060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📂 Modular Design Structure: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a</a:t>
            </a:r>
            <a:r>
              <a:rPr lang="en-IN" dirty="0"/>
              <a:t>p</a:t>
            </a:r>
            <a:r>
              <a:rPr dirty="0"/>
              <a:t>p.py - Main </a:t>
            </a:r>
            <a:r>
              <a:rPr dirty="0" err="1"/>
              <a:t>Streamlit</a:t>
            </a:r>
            <a:r>
              <a:rPr dirty="0"/>
              <a:t> application (UI, search, display)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config/ - Configuration &amp; settings (API keys, categories)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news/ - News source integrations (4 different providers)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 err="1"/>
              <a:t>llm</a:t>
            </a:r>
            <a:r>
              <a:rPr dirty="0"/>
              <a:t>/ - AI processing (</a:t>
            </a:r>
            <a:r>
              <a:rPr dirty="0" err="1"/>
              <a:t>Groq</a:t>
            </a:r>
            <a:r>
              <a:rPr dirty="0"/>
              <a:t> client, prompts, summarization)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export/ - PDF and TXT export generation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utils/ - Helper functions (sentiment, analytics, translation)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🎯 Clean separation of concerns for maintainability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News Sources &amp;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806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📰 </a:t>
            </a:r>
            <a:r>
              <a:rPr sz="1400" b="1" dirty="0" err="1"/>
              <a:t>NewsAPI</a:t>
            </a:r>
            <a:endParaRPr sz="1400" b="1" dirty="0"/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80,000+ sources worldwide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Real-time global news coverage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🔍 </a:t>
            </a:r>
            <a:r>
              <a:rPr sz="1400" b="1" dirty="0" err="1"/>
              <a:t>GNews</a:t>
            </a:r>
            <a:endParaRPr sz="1400" b="1" dirty="0"/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Google News aggregation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Broad source diversity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🌍 </a:t>
            </a:r>
            <a:r>
              <a:rPr sz="1400" b="1" dirty="0"/>
              <a:t>NewsData.io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International news focus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Multi-language support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📑 </a:t>
            </a:r>
            <a:r>
              <a:rPr sz="1400" b="1" dirty="0"/>
              <a:t>The Guardian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• Premium journalism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Search &amp; Summarization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3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1️⃣  User Input - Select category, language, date range, query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2️⃣  Multi-Source Fetch - Query all 4 news providers simultaneously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3️⃣  Data Processing - Combine, deduplicate, and filter results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4️⃣  AI Analysis - </a:t>
            </a:r>
            <a:r>
              <a:rPr dirty="0" err="1"/>
              <a:t>Groq</a:t>
            </a:r>
            <a:r>
              <a:rPr dirty="0"/>
              <a:t> LLM generates structured summaries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5️⃣  Analytics - Calculate sentiment, word count, reading time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6️⃣  Display &amp; Export - Show results with download 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800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1️⃣  Open </a:t>
            </a:r>
            <a:r>
              <a:rPr dirty="0" err="1"/>
              <a:t>Newsentra</a:t>
            </a:r>
            <a:r>
              <a:rPr dirty="0"/>
              <a:t> platform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2️⃣  Select news category (Politics, Tech, Sports, etc.)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3️⃣  Choose language preference (15+ languages)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4️⃣  Set date range for news articles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5️⃣  Enter search query and initiate search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6️⃣  View AI-generated summary with analytics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Step 7️⃣  Read source articles and export results as PDF/TXT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Installation &amp;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96154"/>
            <a:ext cx="7863840" cy="3806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📥 </a:t>
            </a:r>
            <a:r>
              <a:rPr sz="1400" b="1" dirty="0"/>
              <a:t>Clone Repository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lang="en-IN" sz="1400" dirty="0"/>
              <a:t>	</a:t>
            </a:r>
            <a:r>
              <a:rPr sz="1400" dirty="0"/>
              <a:t>git clone https://github.com/your-repo/newsentra.git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🔧 </a:t>
            </a:r>
            <a:r>
              <a:rPr sz="1400" b="1" dirty="0"/>
              <a:t>Create Virtual Environment</a:t>
            </a:r>
          </a:p>
          <a:p>
            <a:pPr lvl="2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python -m </a:t>
            </a:r>
            <a:r>
              <a:rPr sz="1400" dirty="0" err="1"/>
              <a:t>venv</a:t>
            </a:r>
            <a:r>
              <a:rPr sz="1400" dirty="0"/>
              <a:t> </a:t>
            </a:r>
            <a:r>
              <a:rPr sz="1400" dirty="0" err="1"/>
              <a:t>venv</a:t>
            </a:r>
            <a:endParaRPr sz="1400" dirty="0"/>
          </a:p>
          <a:p>
            <a:pPr lvl="2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sz="1400" dirty="0"/>
              <a:t>source </a:t>
            </a:r>
            <a:r>
              <a:rPr sz="1400" dirty="0" err="1"/>
              <a:t>venv</a:t>
            </a:r>
            <a:r>
              <a:rPr sz="1400" dirty="0"/>
              <a:t>/bin/activate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📦 </a:t>
            </a:r>
            <a:r>
              <a:rPr sz="1400" b="1" dirty="0"/>
              <a:t>Install Dependencies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lang="en-IN" sz="1400" dirty="0"/>
              <a:t>	</a:t>
            </a:r>
            <a:r>
              <a:rPr sz="1400" dirty="0"/>
              <a:t>pip install -r requirements.txt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🔐 </a:t>
            </a:r>
            <a:r>
              <a:rPr sz="1400" b="1" dirty="0"/>
              <a:t>Configure .env File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lang="en-IN" sz="1400" dirty="0"/>
              <a:t>	</a:t>
            </a:r>
            <a:r>
              <a:rPr sz="1400" dirty="0"/>
              <a:t>GROQ_API_KEY, NEWS_API_KEY, etc.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sz="1400" dirty="0"/>
              <a:t>▶️  </a:t>
            </a:r>
            <a:r>
              <a:rPr sz="1400" b="1" dirty="0"/>
              <a:t>Run Application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lang="en-IN" sz="1400" dirty="0"/>
              <a:t>	</a:t>
            </a:r>
            <a:r>
              <a:rPr sz="1400" dirty="0" err="1"/>
              <a:t>streamlit</a:t>
            </a:r>
            <a:r>
              <a:rPr sz="1400" dirty="0"/>
              <a:t> run 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rPr dirty="0"/>
              <a:t>Current Capabilities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34833"/>
            <a:ext cx="7863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Multi-source news aggregation from 4 providers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AI-powered summarization with key insights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Sentiment analysis (Positive/Neutral/Negative)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Complete multi-language support (15+ languages)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Article images and rich media display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Comprehensive source attribution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Advanced analytics dashboard with metrics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PDF and TXT export with complete formatting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Follow-up search functionality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✅ Responsive, modern </a:t>
            </a:r>
            <a:r>
              <a:rPr dirty="0" err="1"/>
              <a:t>Streamlit</a:t>
            </a:r>
            <a:r>
              <a:rPr dirty="0"/>
              <a:t> interface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Advanced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Summarization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Key Highlights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Detailed Summary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Key Takeaways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Important Notes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b="1" dirty="0"/>
              <a:t>Article Display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Title &amp; Source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Publication Date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Featured Images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Read Full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Total Articles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Source Distribution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Sentiment Analysis</a:t>
            </a:r>
          </a:p>
          <a:p>
            <a:pPr lvl="1"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dirty="0"/>
              <a:t>• Word Count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b="1" dirty="0"/>
              <a:t>Export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lang="en-IN" dirty="0"/>
              <a:t>	</a:t>
            </a:r>
            <a:r>
              <a:rPr dirty="0"/>
              <a:t>• PDF Reports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lang="en-IN" dirty="0"/>
              <a:t>	</a:t>
            </a:r>
            <a:r>
              <a:rPr dirty="0"/>
              <a:t>• TXT Files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lang="en-IN" dirty="0"/>
              <a:t>	</a:t>
            </a:r>
            <a:r>
              <a:rPr dirty="0"/>
              <a:t>• Source Attribution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rPr lang="en-IN" dirty="0"/>
              <a:t>	</a:t>
            </a:r>
            <a:r>
              <a:rPr dirty="0"/>
              <a:t>• Professional Formatting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🔄 Real-time news streaming and live updates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👤 User authentication and personalized dashboards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💾 Saved searches and search history management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📊 Topic comparison and trend analysis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📈 News timeline visualization and event tracking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🔗 Article clustering and relationship mapping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📚 RAG-based research mode for deep insights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🎓 Citation generation for academic use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💼 PowerPoint export for presentations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📧 Email reports and scheduled digests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Business Value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42267"/>
            <a:ext cx="7863840" cy="38625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⏱️ Time Reduction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Reduces research time by 70% with AI summarization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🎯 Better Decision Making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Access to unified insights from multiple sources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🔍 Competitive Intelligence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Market analysis and trend identification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📊 Data-Driven Insights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Sentiment analysis and analytics for research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👥 Universal Accessibility</a:t>
            </a:r>
          </a:p>
          <a:p>
            <a:pPr lvl="1">
              <a:spcBef>
                <a:spcPts val="4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rPr dirty="0"/>
              <a:t>Multi-language support for global audience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Key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For Professionals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Journalists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Quick story research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Source verification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Trend identification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Researchers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Academic support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Topic analysis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Historical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7043"/>
                </a:solidFill>
              </a:defRPr>
            </a:pPr>
            <a:r>
              <a:t>For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Executives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Market intelligence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Competitive analysis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Industry insights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Everyone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Faster consumption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Better understanding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• Time-saving research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7043"/>
          </a:solidFill>
          <a:ln>
            <a:solidFill>
              <a:srgbClr val="FF7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en-IN" dirty="0"/>
              <a:t>Thankyou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5F5F5"/>
                </a:solidFill>
              </a:defRPr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Aishwarya Kumar Singh </a:t>
            </a:r>
          </a:p>
          <a:p>
            <a:pPr algn="ctr">
              <a:defRPr sz="2400">
                <a:solidFill>
                  <a:srgbClr val="F5F5F5"/>
                </a:solidFill>
              </a:defRPr>
            </a:pPr>
            <a:r>
              <a:rPr lang="en-I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aishsingh702@gmail.com </a:t>
            </a:r>
            <a:r>
              <a:rPr lang="en-IN" dirty="0"/>
              <a:t>| </a:t>
            </a:r>
            <a:r>
              <a:rPr lang="en-I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github.com/aishks14</a:t>
            </a:r>
            <a:endParaRPr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1094</Words>
  <Application>Microsoft Office PowerPoint</Application>
  <PresentationFormat>On-screen Show (16:9)</PresentationFormat>
  <Paragraphs>219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Kumar Singh</cp:lastModifiedBy>
  <cp:revision>5</cp:revision>
  <dcterms:created xsi:type="dcterms:W3CDTF">2013-01-27T09:14:16Z</dcterms:created>
  <dcterms:modified xsi:type="dcterms:W3CDTF">2026-06-07T21:46:52Z</dcterms:modified>
  <cp:category/>
</cp:coreProperties>
</file>